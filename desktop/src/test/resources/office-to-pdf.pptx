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/>
              <a:t>Point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PresentationFormat>On-screen Show (4:3)</PresentationFormat>
  <Slides>1</Slides>
  <Application>Point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Point</dc:title>
  <dc:creator>Point</dc:creator>
  <dc:description>fixture for OfficeToPdfLiveTest</dc:description>
  <cp:lastModifiedBy>Point</cp:lastModifiedBy>
  <cp:revision>1</cp:revision>
  <dcterms:created xsi:type="dcterms:W3CDTF">2026-08-24T00:00:00Z</dcterms:created>
  <dcterms:modified xsi:type="dcterms:W3CDTF">2026-08-24T00:00:00Z</dcterms:modified>
</cp:coreProperties>
</file>